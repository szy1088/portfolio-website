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8046720" cy="10058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</a:rPr>
              <a:t>A??????????????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91640"/>
            <a:ext cx="914400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0">
                <a:solidFill>
                  <a:srgbClr val="D5DADD"/>
                </a:solidFill>
                <a:latin typeface="Microsoft YaHei"/>
              </a:rPr>
              <a:t>2026-06-08 ??????????????????????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43200"/>
            <a:ext cx="2377440" cy="14173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21031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C42D23"/>
                </a:solidFill>
                <a:latin typeface="Microsoft YaHei"/>
              </a:rPr>
              <a:t>4027.74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38144"/>
            <a:ext cx="210312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30752"/>
            <a:ext cx="210312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?????????-0.74%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2743200"/>
            <a:ext cx="2377440" cy="14173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2926080"/>
            <a:ext cx="21031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1D895C"/>
                </a:solidFill>
                <a:latin typeface="Microsoft YaHei"/>
              </a:rPr>
              <a:t>15314.70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438144"/>
            <a:ext cx="210312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730752"/>
            <a:ext cx="210312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?????????-2.21%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2743200"/>
            <a:ext cx="2377440" cy="14173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926080"/>
            <a:ext cx="21031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BF8B32"/>
                </a:solidFill>
                <a:latin typeface="Microsoft YaHei"/>
              </a:rPr>
              <a:t>T+1 /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438144"/>
            <a:ext cx="210312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??????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730752"/>
            <a:ext cx="210312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???????????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00600"/>
            <a:ext cx="10515600" cy="5943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AFAFA"/>
                </a:solidFill>
                <a:latin typeface="Microsoft YaHei"/>
              </a:rPr>
              <a:t>?????6?8?????????????? + ?????????????????????????????????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???????????published at 2026/6/8 7:22:02??????????? 2026-06-08 07:17-07:22 CST?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38912"/>
            <a:ext cx="109728" cy="109728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06970"/>
                </a:solidFill>
                <a:latin typeface="Microsoft YaHei"/>
              </a:rPr>
              <a:t>MARKET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607040" cy="7498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81F26"/>
                </a:solidFill>
                <a:latin typeface="Microsoft YaHei"/>
              </a:rPr>
              <a:t>???????????????????????????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44752"/>
            <a:ext cx="1060704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06970"/>
                </a:solidFill>
                <a:latin typeface="Microsoft YaHei"/>
              </a:rPr>
              <a:t>?????????????????????? + ???????????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74519"/>
            <a:ext cx="2286000" cy="132588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01168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1D895C"/>
                </a:solidFill>
                <a:latin typeface="Microsoft YaHei"/>
              </a:rPr>
              <a:t>???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9463"/>
            <a:ext cx="20116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62072"/>
            <a:ext cx="201168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??????????????????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874519"/>
            <a:ext cx="2286000" cy="132588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79" y="2057400"/>
            <a:ext cx="201168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2B5C8C"/>
                </a:solidFill>
                <a:latin typeface="Microsoft YaHei"/>
              </a:rPr>
              <a:t>????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569463"/>
            <a:ext cx="20116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862072"/>
            <a:ext cx="201168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 AI ??/??????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874519"/>
            <a:ext cx="2286000" cy="132588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2057400"/>
            <a:ext cx="201168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BF8B32"/>
                </a:solidFill>
                <a:latin typeface="Microsoft YaHei"/>
              </a:rPr>
              <a:t>????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569463"/>
            <a:ext cx="20116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862072"/>
            <a:ext cx="201168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10%????????????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20" y="1874519"/>
            <a:ext cx="2286000" cy="132588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57400"/>
            <a:ext cx="201168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C42D23"/>
                </a:solidFill>
                <a:latin typeface="Microsoft YaHei"/>
              </a:rPr>
              <a:t>????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569463"/>
            <a:ext cx="20116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862072"/>
            <a:ext cx="201168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???????????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57600"/>
            <a:ext cx="4754880" cy="173736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657600"/>
            <a:ext cx="64008" cy="1737360"/>
          </a:xfrm>
          <a:prstGeom prst="rect">
            <a:avLst/>
          </a:prstGeom>
          <a:solidFill>
            <a:srgbClr val="2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3803904"/>
            <a:ext cx="448056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160520"/>
            <a:ext cx="4434840" cy="117043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AI??/?????AI????????????????????
? ???/?????????????????????????
? ??/????????????????????????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3657600"/>
            <a:ext cx="4754880" cy="173736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89320" y="3657600"/>
            <a:ext cx="64008" cy="1737360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0488" y="3803904"/>
            <a:ext cx="448056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0488" y="4160520"/>
            <a:ext cx="4434840" cy="117043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??????????????????????
? ??????????????????????
? ??????10/20????????????????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??????????????????????????? 2026-06-08 07:17-07:22 CST??????????????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38912"/>
            <a:ext cx="109728" cy="109728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06970"/>
                </a:solidFill>
                <a:latin typeface="Microsoft YaHe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607040" cy="7498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81F26"/>
                </a:solidFill>
                <a:latin typeface="Microsoft YaHei"/>
              </a:rPr>
              <a:t>???????????????????????????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44752"/>
            <a:ext cx="1060704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06970"/>
                </a:solidFill>
                <a:latin typeface="Microsoft YaHei"/>
              </a:rPr>
              <a:t>??????????? -&gt; ??? -&gt; ???? -&gt; ?????? -&gt; ?????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828800" cy="25146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84831"/>
            <a:ext cx="41148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800" b="1">
                <a:solidFill>
                  <a:srgbClr val="C42D23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578608"/>
            <a:ext cx="160020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F26"/>
                </a:solidFill>
                <a:latin typeface="Microsoft YaHei"/>
              </a:rPr>
              <a:t>1 ????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127248"/>
            <a:ext cx="1572768" cy="7772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??????????????????????2-3??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9232" y="1920240"/>
            <a:ext cx="1828800" cy="25146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084831"/>
            <a:ext cx="41148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800" b="1">
                <a:solidFill>
                  <a:srgbClr val="C42D23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578608"/>
            <a:ext cx="160020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F26"/>
                </a:solidFill>
                <a:latin typeface="Microsoft YaHei"/>
              </a:rPr>
              <a:t>2 ?????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127248"/>
            <a:ext cx="1572768" cy="7772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??2-3?????????????????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21224" y="1920240"/>
            <a:ext cx="1828800" cy="25146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084831"/>
            <a:ext cx="41148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800" b="1">
                <a:solidFill>
                  <a:srgbClr val="C42D23"/>
                </a:solidFill>
                <a:latin typeface="Microsoft Ya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2578608"/>
            <a:ext cx="160020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F26"/>
                </a:solidFill>
                <a:latin typeface="Microsoft YaHei"/>
              </a:rPr>
              <a:t>3 ????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127248"/>
            <a:ext cx="1572768" cy="7772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??3-8?????20%-30%???????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43216" y="1920240"/>
            <a:ext cx="1828800" cy="25146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944" y="2084831"/>
            <a:ext cx="41148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800" b="1">
                <a:solidFill>
                  <a:srgbClr val="C42D23"/>
                </a:solidFill>
                <a:latin typeface="Microsoft Ya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2944" y="2578608"/>
            <a:ext cx="160020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F26"/>
                </a:solidFill>
                <a:latin typeface="Microsoft YaHei"/>
              </a:rPr>
              <a:t>4 ????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2944" y="3127248"/>
            <a:ext cx="1572768" cy="7772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10/20????????????????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5208" y="1920240"/>
            <a:ext cx="1828800" cy="25146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4936" y="2084831"/>
            <a:ext cx="41148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800" b="1">
                <a:solidFill>
                  <a:srgbClr val="C42D23"/>
                </a:solidFill>
                <a:latin typeface="Microsoft Ya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4936" y="2578608"/>
            <a:ext cx="160020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F26"/>
                </a:solidFill>
                <a:latin typeface="Microsoft YaHei"/>
              </a:rPr>
              <a:t>5 ????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4936" y="3127248"/>
            <a:ext cx="1572768" cy="7772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??&lt;50%?-3%~-5%???5%~10%?????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074920"/>
            <a:ext cx="10058400" cy="5486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81F26"/>
                </a:solidFill>
                <a:latin typeface="Microsoft YaHei"/>
              </a:rPr>
              <a:t>????????? + ?????????????????????????????????????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??????????????????????????? 2026-06-08 07:17-07:22 CST??????????????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38912"/>
            <a:ext cx="109728" cy="109728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06970"/>
                </a:solidFill>
                <a:latin typeface="Microsoft YaHei"/>
              </a:rPr>
              <a:t>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607040" cy="7498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81F26"/>
                </a:solidFill>
                <a:latin typeface="Microsoft YaHei"/>
              </a:rPr>
              <a:t>?????????????????????????????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44752"/>
            <a:ext cx="1060704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06970"/>
                </a:solidFill>
                <a:latin typeface="Microsoft YaHei"/>
              </a:rPr>
              <a:t>???????????6?8???????????????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3291840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64008" cy="3017520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975104"/>
            <a:ext cx="3017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31720"/>
            <a:ext cx="2971800" cy="245059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??????ST?10%????
? ???????????????????
? ????????????????
? ??????????10/20?????
? ????????????????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828800"/>
            <a:ext cx="3291840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64008" cy="3017520"/>
          </a:xfrm>
          <a:prstGeom prst="rect">
            <a:avLst/>
          </a:prstGeom>
          <a:solidFill>
            <a:srgbClr val="1D8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1975104"/>
            <a:ext cx="3017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2331720"/>
            <a:ext cx="2971800" cy="245059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??????????????????
? ????10??/???????
? ???????????????
? ???????????????????
? ????-3%~-5%?????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828800"/>
            <a:ext cx="3291840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828800"/>
            <a:ext cx="64008" cy="3017520"/>
          </a:xfrm>
          <a:prstGeom prst="rect">
            <a:avLst/>
          </a:prstGeom>
          <a:solidFill>
            <a:srgbClr val="BF8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975104"/>
            <a:ext cx="3017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331720"/>
            <a:ext cx="2971800" cy="245059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????30%????
? ???????????
? ???????????50%?
? ??5%~10%??????
? 3???????????????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??????????????????????????? 2026-06-08 07:17-07:22 CST??????????????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38912"/>
            <a:ext cx="109728" cy="109728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06970"/>
                </a:solidFill>
                <a:latin typeface="Microsoft YaHei"/>
              </a:rPr>
              <a:t>WATCHLIST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607040" cy="7498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81F26"/>
                </a:solidFill>
                <a:latin typeface="Microsoft YaHei"/>
              </a:rPr>
              <a:t>?????????????AI??????????????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44752"/>
            <a:ext cx="1060704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06970"/>
                </a:solidFill>
                <a:latin typeface="Microsoft YaHei"/>
              </a:rPr>
              <a:t>????????????????????????????????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10835640" cy="411480"/>
          </a:xfrm>
          <a:prstGeom prst="rect">
            <a:avLst/>
          </a:prstGeom>
          <a:solidFill>
            <a:srgbClr val="232A30"/>
          </a:solidFill>
          <a:ln w="8890">
            <a:solidFill>
              <a:srgbClr val="23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0584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</a:rPr>
              <a:t>??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929384"/>
            <a:ext cx="822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</a:rPr>
              <a:t>??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929384"/>
            <a:ext cx="14173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</a:rPr>
              <a:t>??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929384"/>
            <a:ext cx="26517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</a:rPr>
              <a:t>????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929384"/>
            <a:ext cx="320040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</a:rPr>
              <a:t>????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40280"/>
            <a:ext cx="10835640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04872"/>
            <a:ext cx="100584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404872"/>
            <a:ext cx="82296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81F26"/>
                </a:solidFill>
                <a:latin typeface="Microsoft YaHei"/>
              </a:rPr>
              <a:t>600105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404872"/>
            <a:ext cx="141732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AI?? / ???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404872"/>
            <a:ext cx="265176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????AI???????????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404872"/>
            <a:ext cx="320040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?????10/20?????????????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264408"/>
            <a:ext cx="10835640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429000"/>
            <a:ext cx="100584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3429000"/>
            <a:ext cx="82296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81F26"/>
                </a:solidFill>
                <a:latin typeface="Microsoft YaHei"/>
              </a:rPr>
              <a:t>002611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429000"/>
            <a:ext cx="141732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??? / ????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429000"/>
            <a:ext cx="265176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??????????????????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429000"/>
            <a:ext cx="320040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???????????????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288536"/>
            <a:ext cx="10835640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453128"/>
            <a:ext cx="100584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453128"/>
            <a:ext cx="82296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81F26"/>
                </a:solidFill>
                <a:latin typeface="Microsoft YaHei"/>
              </a:rPr>
              <a:t>600101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453128"/>
            <a:ext cx="141732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 / ????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453128"/>
            <a:ext cx="265176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???????+???????????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453128"/>
            <a:ext cx="3200400" cy="53035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606970"/>
                </a:solidFill>
                <a:latin typeface="Microsoft YaHei"/>
              </a:rPr>
              <a:t>????????????????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623560"/>
            <a:ext cx="1051560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81F26"/>
                </a:solidFill>
                <a:latin typeface="Microsoft YaHei"/>
              </a:rPr>
              <a:t>??????AI??????????????????????????????????????????????????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??????????????????????????? 2026-06-08 07:17-07:22 CST??????????????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38912"/>
            <a:ext cx="109728" cy="109728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06970"/>
                </a:solidFill>
                <a:latin typeface="Microsoft YaHei"/>
              </a:rPr>
              <a:t>STOCK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607040" cy="7498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81F26"/>
                </a:solidFill>
                <a:latin typeface="Microsoft YaHei"/>
              </a:rPr>
              <a:t>???? 600105?AI??/???????????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44752"/>
            <a:ext cx="1060704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06970"/>
                </a:solidFill>
                <a:latin typeface="Microsoft YaHei"/>
              </a:rPr>
              <a:t>??????????????????????????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4800600" cy="25603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64008" cy="2560320"/>
          </a:xfrm>
          <a:prstGeom prst="rect">
            <a:avLst/>
          </a:prstGeom>
          <a:solidFill>
            <a:srgbClr val="2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75104"/>
            <a:ext cx="452628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31720"/>
            <a:ext cx="4480560" cy="199339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AI????????????????????
? ??????10%??????????????????
? ?CPO??????????????????????????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828800"/>
            <a:ext cx="4800600" cy="25603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28800"/>
            <a:ext cx="64008" cy="2560320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1975104"/>
            <a:ext cx="452628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???????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2331720"/>
            <a:ext cx="4480560" cy="199339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???????10/20????????????????
? ??????????????????????????
? ???????10????????????????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83480"/>
            <a:ext cx="10972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15" name="Oval 14"/>
          <p:cNvSpPr/>
          <p:nvPr/>
        </p:nvSpPr>
        <p:spPr>
          <a:xfrm>
            <a:off x="1920240" y="4892040"/>
            <a:ext cx="292608" cy="292608"/>
          </a:xfrm>
          <a:prstGeom prst="ellipse">
            <a:avLst/>
          </a:prstGeom>
          <a:solidFill>
            <a:srgbClr val="2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0428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?????</a:t>
            </a:r>
          </a:p>
        </p:txBody>
      </p:sp>
      <p:sp>
        <p:nvSpPr>
          <p:cNvPr id="17" name="Oval 16"/>
          <p:cNvSpPr/>
          <p:nvPr/>
        </p:nvSpPr>
        <p:spPr>
          <a:xfrm>
            <a:off x="3611880" y="4892040"/>
            <a:ext cx="292608" cy="292608"/>
          </a:xfrm>
          <a:prstGeom prst="ellipse">
            <a:avLst/>
          </a:prstGeom>
          <a:solidFill>
            <a:srgbClr val="2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592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????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0" y="4892040"/>
            <a:ext cx="292608" cy="292608"/>
          </a:xfrm>
          <a:prstGeom prst="ellipse">
            <a:avLst/>
          </a:prstGeom>
          <a:solidFill>
            <a:srgbClr val="2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8756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????</a:t>
            </a:r>
          </a:p>
        </p:txBody>
      </p:sp>
      <p:sp>
        <p:nvSpPr>
          <p:cNvPr id="21" name="Oval 20"/>
          <p:cNvSpPr/>
          <p:nvPr/>
        </p:nvSpPr>
        <p:spPr>
          <a:xfrm>
            <a:off x="6995160" y="4892040"/>
            <a:ext cx="292608" cy="292608"/>
          </a:xfrm>
          <a:prstGeom prst="ellipse">
            <a:avLst/>
          </a:prstGeom>
          <a:solidFill>
            <a:srgbClr val="2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??&lt;=50%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0" y="4892040"/>
            <a:ext cx="292608" cy="292608"/>
          </a:xfrm>
          <a:prstGeom prst="ellipse">
            <a:avLst/>
          </a:prstGeom>
          <a:solidFill>
            <a:srgbClr val="2B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-3%~-5%??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??????????????????????????? 2026-06-08 07:17-07:22 CST??????????????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38912"/>
            <a:ext cx="109728" cy="109728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06970"/>
                </a:solidFill>
                <a:latin typeface="Microsoft YaHei"/>
              </a:rPr>
              <a:t>STOCK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607040" cy="7498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81F26"/>
                </a:solidFill>
                <a:latin typeface="Microsoft YaHei"/>
              </a:rPr>
              <a:t>???? 002611????/??????????????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44752"/>
            <a:ext cx="1060704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06970"/>
                </a:solidFill>
                <a:latin typeface="Microsoft YaHei"/>
              </a:rPr>
              <a:t>??????????????????????????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4800600" cy="25603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64008" cy="2560320"/>
          </a:xfrm>
          <a:prstGeom prst="rect">
            <a:avLst/>
          </a:prstGeom>
          <a:solidFill>
            <a:srgbClr val="BF8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75104"/>
            <a:ext cx="452628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31720"/>
            <a:ext cx="4480560" cy="199339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????????????????????
? ?????????????????????????
? ?????????????????????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828800"/>
            <a:ext cx="4800600" cy="25603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28800"/>
            <a:ext cx="64008" cy="2560320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1975104"/>
            <a:ext cx="452628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???????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2331720"/>
            <a:ext cx="4480560" cy="199339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????????????????????????
? ??????????????????????
? ????????????????????????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83480"/>
            <a:ext cx="10972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15" name="Oval 14"/>
          <p:cNvSpPr/>
          <p:nvPr/>
        </p:nvSpPr>
        <p:spPr>
          <a:xfrm>
            <a:off x="1920240" y="4892040"/>
            <a:ext cx="292608" cy="292608"/>
          </a:xfrm>
          <a:prstGeom prst="ellipse">
            <a:avLst/>
          </a:prstGeom>
          <a:solidFill>
            <a:srgbClr val="BF8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0428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?????</a:t>
            </a:r>
          </a:p>
        </p:txBody>
      </p:sp>
      <p:sp>
        <p:nvSpPr>
          <p:cNvPr id="17" name="Oval 16"/>
          <p:cNvSpPr/>
          <p:nvPr/>
        </p:nvSpPr>
        <p:spPr>
          <a:xfrm>
            <a:off x="3611880" y="4892040"/>
            <a:ext cx="292608" cy="292608"/>
          </a:xfrm>
          <a:prstGeom prst="ellipse">
            <a:avLst/>
          </a:prstGeom>
          <a:solidFill>
            <a:srgbClr val="BF8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592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????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0" y="4892040"/>
            <a:ext cx="292608" cy="292608"/>
          </a:xfrm>
          <a:prstGeom prst="ellipse">
            <a:avLst/>
          </a:prstGeom>
          <a:solidFill>
            <a:srgbClr val="BF8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8756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????</a:t>
            </a:r>
          </a:p>
        </p:txBody>
      </p:sp>
      <p:sp>
        <p:nvSpPr>
          <p:cNvPr id="21" name="Oval 20"/>
          <p:cNvSpPr/>
          <p:nvPr/>
        </p:nvSpPr>
        <p:spPr>
          <a:xfrm>
            <a:off x="6995160" y="4892040"/>
            <a:ext cx="292608" cy="292608"/>
          </a:xfrm>
          <a:prstGeom prst="ellipse">
            <a:avLst/>
          </a:prstGeom>
          <a:solidFill>
            <a:srgbClr val="BF8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??&lt;=50%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0" y="4892040"/>
            <a:ext cx="292608" cy="292608"/>
          </a:xfrm>
          <a:prstGeom prst="ellipse">
            <a:avLst/>
          </a:prstGeom>
          <a:solidFill>
            <a:srgbClr val="BF8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-3%~-5%??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??????????????????????????? 2026-06-08 07:17-07:22 CST??????????????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38912"/>
            <a:ext cx="109728" cy="109728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06970"/>
                </a:solidFill>
                <a:latin typeface="Microsoft YaHei"/>
              </a:rPr>
              <a:t>STOCK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607040" cy="7498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81F26"/>
                </a:solidFill>
                <a:latin typeface="Microsoft YaHei"/>
              </a:rPr>
              <a:t>???? 600101???/??????????????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44752"/>
            <a:ext cx="1060704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06970"/>
                </a:solidFill>
                <a:latin typeface="Microsoft YaHei"/>
              </a:rPr>
              <a:t>??????????????????????????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4800600" cy="25603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64008" cy="2560320"/>
          </a:xfrm>
          <a:prstGeom prst="rect">
            <a:avLst/>
          </a:prstGeom>
          <a:solidFill>
            <a:srgbClr val="1D8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75104"/>
            <a:ext cx="452628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31720"/>
            <a:ext cx="4480560" cy="199339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???????????????????????
? ?????????????????????
? ????????????????????????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828800"/>
            <a:ext cx="4800600" cy="256032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28800"/>
            <a:ext cx="64008" cy="2560320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1975104"/>
            <a:ext cx="452628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???????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2331720"/>
            <a:ext cx="4480560" cy="199339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?????????20??????????
? ???????????????????????
? ????????????????/?????????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83480"/>
            <a:ext cx="10972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15" name="Oval 14"/>
          <p:cNvSpPr/>
          <p:nvPr/>
        </p:nvSpPr>
        <p:spPr>
          <a:xfrm>
            <a:off x="1920240" y="4892040"/>
            <a:ext cx="292608" cy="292608"/>
          </a:xfrm>
          <a:prstGeom prst="ellipse">
            <a:avLst/>
          </a:prstGeom>
          <a:solidFill>
            <a:srgbClr val="1D8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0428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?????</a:t>
            </a:r>
          </a:p>
        </p:txBody>
      </p:sp>
      <p:sp>
        <p:nvSpPr>
          <p:cNvPr id="17" name="Oval 16"/>
          <p:cNvSpPr/>
          <p:nvPr/>
        </p:nvSpPr>
        <p:spPr>
          <a:xfrm>
            <a:off x="3611880" y="4892040"/>
            <a:ext cx="292608" cy="292608"/>
          </a:xfrm>
          <a:prstGeom prst="ellipse">
            <a:avLst/>
          </a:prstGeom>
          <a:solidFill>
            <a:srgbClr val="1D8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592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????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0" y="4892040"/>
            <a:ext cx="292608" cy="292608"/>
          </a:xfrm>
          <a:prstGeom prst="ellipse">
            <a:avLst/>
          </a:prstGeom>
          <a:solidFill>
            <a:srgbClr val="1D8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8756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????</a:t>
            </a:r>
          </a:p>
        </p:txBody>
      </p:sp>
      <p:sp>
        <p:nvSpPr>
          <p:cNvPr id="21" name="Oval 20"/>
          <p:cNvSpPr/>
          <p:nvPr/>
        </p:nvSpPr>
        <p:spPr>
          <a:xfrm>
            <a:off x="6995160" y="4892040"/>
            <a:ext cx="292608" cy="292608"/>
          </a:xfrm>
          <a:prstGeom prst="ellipse">
            <a:avLst/>
          </a:prstGeom>
          <a:solidFill>
            <a:srgbClr val="1D8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??&lt;=50%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0" y="4892040"/>
            <a:ext cx="292608" cy="292608"/>
          </a:xfrm>
          <a:prstGeom prst="ellipse">
            <a:avLst/>
          </a:prstGeom>
          <a:solidFill>
            <a:srgbClr val="1D8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4882896"/>
            <a:ext cx="114300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970"/>
                </a:solidFill>
                <a:latin typeface="Microsoft YaHei"/>
              </a:rPr>
              <a:t>-3%~-5%??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??????????????????????????? 2026-06-08 07:17-07:22 CST??????????????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38912"/>
            <a:ext cx="109728" cy="109728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06970"/>
                </a:solidFill>
                <a:latin typeface="Microsoft YaHei"/>
              </a:rPr>
              <a:t>RISK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10607040" cy="7498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81F26"/>
                </a:solidFill>
                <a:latin typeface="Microsoft YaHei"/>
              </a:rPr>
              <a:t>?????????????????????????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444752"/>
            <a:ext cx="1060704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06970"/>
                </a:solidFill>
                <a:latin typeface="Microsoft YaHei"/>
              </a:rPr>
              <a:t>????????????????????????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2240280" cy="128016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96596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C42D23"/>
                </a:solidFill>
                <a:latin typeface="Microsoft YaHei"/>
              </a:rPr>
              <a:t>&lt;=50%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23744"/>
            <a:ext cx="19659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16352"/>
            <a:ext cx="1965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???????????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1828800"/>
            <a:ext cx="2240280" cy="128016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011680"/>
            <a:ext cx="196596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2B5C8C"/>
                </a:solidFill>
                <a:latin typeface="Microsoft YaHei"/>
              </a:rPr>
              <a:t>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523744"/>
            <a:ext cx="19659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816352"/>
            <a:ext cx="1965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???????????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828800"/>
            <a:ext cx="2240280" cy="128016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11680"/>
            <a:ext cx="196596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1D895C"/>
                </a:solidFill>
                <a:latin typeface="Microsoft YaHei"/>
              </a:rPr>
              <a:t>-3%~-5%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523744"/>
            <a:ext cx="19659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816352"/>
            <a:ext cx="1965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???????????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828800"/>
            <a:ext cx="2240280" cy="128016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2011680"/>
            <a:ext cx="196596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300" b="1">
                <a:solidFill>
                  <a:srgbClr val="BF8B32"/>
                </a:solidFill>
                <a:latin typeface="Microsoft YaHei"/>
              </a:rPr>
              <a:t>+5%~+10%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523744"/>
            <a:ext cx="196596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81F26"/>
                </a:solidFill>
                <a:latin typeface="Microsoft YaHei"/>
              </a:rPr>
              <a:t>????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816352"/>
            <a:ext cx="1965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606970"/>
                </a:solidFill>
                <a:latin typeface="Microsoft YaHei"/>
              </a:rPr>
              <a:t>???????????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703320"/>
            <a:ext cx="4892040" cy="16002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703320"/>
            <a:ext cx="64008" cy="1600200"/>
          </a:xfrm>
          <a:prstGeom prst="rect">
            <a:avLst/>
          </a:prstGeom>
          <a:solidFill>
            <a:srgbClr val="1D8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3849624"/>
            <a:ext cx="46177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???????????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206240"/>
            <a:ext cx="4572000" cy="103327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????????????????
? ???????????????????
? ????????????????????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703320"/>
            <a:ext cx="4892040" cy="1600200"/>
          </a:xfrm>
          <a:prstGeom prst="rect">
            <a:avLst/>
          </a:prstGeom>
          <a:solidFill>
            <a:srgbClr val="FFFFFF"/>
          </a:solidFill>
          <a:ln w="8890">
            <a:solidFill>
              <a:srgbClr val="D6D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0760" y="3703320"/>
            <a:ext cx="64008" cy="1600200"/>
          </a:xfrm>
          <a:prstGeom prst="rect">
            <a:avLst/>
          </a:prstGeom>
          <a:solidFill>
            <a:srgbClr val="C42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3849624"/>
            <a:ext cx="46177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1F26"/>
                </a:solidFill>
                <a:latin typeface="Microsoft YaHei"/>
              </a:rPr>
              <a:t>?????????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1928" y="4206240"/>
            <a:ext cx="4572000" cy="1033271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10" b="0">
                <a:solidFill>
                  <a:srgbClr val="606970"/>
                </a:solidFill>
                <a:latin typeface="Microsoft YaHei"/>
              </a:rPr>
              <a:t>? ??????????????
? ?????????????
? ?????????????????????????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??????????????????????????? 2026-06-08 07:17-07:22 CST??????????????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31520"/>
            <a:ext cx="7315200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6?8??????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600" b="0">
                <a:solidFill>
                  <a:srgbClr val="DCE0E2"/>
                </a:solidFill>
                <a:latin typeface="Microsoft YaHei"/>
              </a:rPr>
              <a:t>??????????????????????????????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148840"/>
            <a:ext cx="9966960" cy="512064"/>
          </a:xfrm>
          <a:prstGeom prst="rect">
            <a:avLst/>
          </a:prstGeom>
          <a:solidFill>
            <a:srgbClr val="303940"/>
          </a:solidFill>
          <a:ln w="8890">
            <a:solidFill>
              <a:srgbClr val="4C5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67712"/>
            <a:ext cx="7315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BF8B32"/>
                </a:solidFill>
                <a:latin typeface="Microsoft YaHei"/>
              </a:rPr>
              <a:t>09:25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67712"/>
            <a:ext cx="85953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1F1EE"/>
                </a:solidFill>
                <a:latin typeface="Microsoft YaHei"/>
              </a:rPr>
              <a:t>????AI??/???/?????????????????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953512"/>
            <a:ext cx="9966960" cy="512064"/>
          </a:xfrm>
          <a:prstGeom prst="rect">
            <a:avLst/>
          </a:prstGeom>
          <a:solidFill>
            <a:srgbClr val="303940"/>
          </a:solidFill>
          <a:ln w="8890">
            <a:solidFill>
              <a:srgbClr val="4C5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72384"/>
            <a:ext cx="7315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BF8B32"/>
                </a:solidFill>
                <a:latin typeface="Microsoft YaHei"/>
              </a:rPr>
              <a:t>09:35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072384"/>
            <a:ext cx="85953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1F1EE"/>
                </a:solidFill>
                <a:latin typeface="Microsoft YaHei"/>
              </a:rPr>
              <a:t>????????????????????????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758184"/>
            <a:ext cx="9966960" cy="512064"/>
          </a:xfrm>
          <a:prstGeom prst="rect">
            <a:avLst/>
          </a:prstGeom>
          <a:solidFill>
            <a:srgbClr val="303940"/>
          </a:solidFill>
          <a:ln w="8890">
            <a:solidFill>
              <a:srgbClr val="4C5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77056"/>
            <a:ext cx="7315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BF8B32"/>
                </a:solidFill>
                <a:latin typeface="Microsoft YaHei"/>
              </a:rPr>
              <a:t>10:30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7056"/>
            <a:ext cx="85953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1F1EE"/>
                </a:solidFill>
                <a:latin typeface="Microsoft YaHei"/>
              </a:rPr>
              <a:t>???????????2?????/????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562856"/>
            <a:ext cx="9966960" cy="512064"/>
          </a:xfrm>
          <a:prstGeom prst="rect">
            <a:avLst/>
          </a:prstGeom>
          <a:solidFill>
            <a:srgbClr val="303940"/>
          </a:solidFill>
          <a:ln w="8890">
            <a:solidFill>
              <a:srgbClr val="4C5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81728"/>
            <a:ext cx="7315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BF8B32"/>
                </a:solidFill>
                <a:latin typeface="Microsoft YaHei"/>
              </a:rPr>
              <a:t>14:30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681728"/>
            <a:ext cx="85953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1F1EE"/>
                </a:solidFill>
                <a:latin typeface="Microsoft YaHei"/>
              </a:rPr>
              <a:t>??????????????????????????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332720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??????????????????????????????????????????????????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99669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30" b="0">
                <a:solidFill>
                  <a:srgbClr val="606970"/>
                </a:solidFill>
                <a:latin typeface="Microsoft YaHei"/>
              </a:rPr>
              <a:t>?????????????????????????????????????????????????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5486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>
                <a:solidFill>
                  <a:srgbClr val="60697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